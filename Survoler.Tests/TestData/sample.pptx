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562d4ff385e48a5" /><Relationship Type="http://schemas.openxmlformats.org/package/2006/relationships/metadata/core-properties" Target="/docProps/core.xml" Id="R30b6a735a9be4ac4" /><Relationship Type="http://schemas.openxmlformats.org/officeDocument/2006/relationships/extended-properties" Target="/docProps/app.xml" Id="R1f48cc1d171343bf" /><Relationship Type="http://schemas.openxmlformats.org/officeDocument/2006/relationships/custom-properties" Target="/docProps/custom.xml" Id="Rfe9cdc9e5f934e8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65a5460030642e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65a5460030642e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c69bc7e3743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20d2edd054c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c810ec47504c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1aed18d0d44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e87e5e5d44fc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c44352de02749d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a136b407245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EFE7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Survoler Presentation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Fast Office preview on Android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2026-09-04T13:38:08Z</dcterms:created>
  <cp:lastModifiedBy>OfficeCLI</cp:lastModifiedBy>
  <dcterms:modified xsi:type="dcterms:W3CDTF">2026-09-04T13:38:08Z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1.0.147</vt:lpwstr>
  </op:property>
  <op:property fmtid="{D5CDD505-2E9C-101B-9397-08002B2CF9AE}" pid="3" name="OfficeCLI.LastModified">
    <vt:lpwstr xmlns:vt="http://schemas.openxmlformats.org/officeDocument/2006/docPropsVTypes">2026-09-04T13:39:32Z</vt:lpwstr>
  </op:property>
</op:Properties>
</file>