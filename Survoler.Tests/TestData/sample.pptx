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84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99C52D-ACC9-4644-BFAA-96A58201F41D}" type="doc">
      <dgm:prSet loTypeId="urn:microsoft.com/office/officeart/2024/layout/MeetTheTeamCardVertical" loCatId="meettheteam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A60FE6FE-471B-429F-A808-29225B208470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BCF563AE-95D1-4A90-BC48-838C90165D36}" type="parTrans" cxnId="{F7945686-09E5-4B94-8C9E-B9C9270753B2}">
      <dgm:prSet/>
      <dgm:spPr/>
      <dgm:t>
        <a:bodyPr/>
        <a:lstStyle/>
        <a:p>
          <a:endParaRPr lang="zh-CN" altLang="en-US"/>
        </a:p>
      </dgm:t>
    </dgm:pt>
    <dgm:pt modelId="{70BFA0F0-E95C-4DEC-8FC4-DDB29D78BA7F}" type="sibTrans" cxnId="{F7945686-09E5-4B94-8C9E-B9C9270753B2}">
      <dgm:prSet/>
      <dgm:spPr/>
      <dgm:t>
        <a:bodyPr/>
        <a:lstStyle/>
        <a:p>
          <a:endParaRPr lang="zh-CN" altLang="en-US"/>
        </a:p>
      </dgm:t>
    </dgm:pt>
    <dgm:pt modelId="{E87025EF-AE7C-4AE7-B225-25E7BD548DDA}">
      <dgm:prSet phldrT="Role" phldr="1"/>
      <dgm:spPr/>
      <dgm:t>
        <a:bodyPr/>
        <a:lstStyle/>
        <a:p>
          <a:endParaRPr lang="zh-CN" altLang="en-US"/>
        </a:p>
      </dgm:t>
    </dgm:pt>
    <dgm:pt modelId="{B833F9EA-9E47-4D49-816E-CBAFEC33A7C4}" type="parTrans" cxnId="{92D7E0FE-2DEB-4FC0-8566-A7ACC12AC322}">
      <dgm:prSet/>
      <dgm:spPr/>
      <dgm:t>
        <a:bodyPr/>
        <a:lstStyle/>
        <a:p>
          <a:endParaRPr lang="zh-CN" altLang="en-US"/>
        </a:p>
      </dgm:t>
    </dgm:pt>
    <dgm:pt modelId="{69007689-772C-4674-849F-C9F96C01550C}" type="sibTrans" cxnId="{92D7E0FE-2DEB-4FC0-8566-A7ACC12AC322}">
      <dgm:prSet/>
      <dgm:spPr/>
      <dgm:t>
        <a:bodyPr/>
        <a:lstStyle/>
        <a:p>
          <a:endParaRPr lang="zh-CN" altLang="en-US"/>
        </a:p>
      </dgm:t>
    </dgm:pt>
    <dgm:pt modelId="{64543702-2944-46D6-A1C0-17F1149962E0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18991211-7EB4-42DD-9170-674DC10867D7}" type="parTrans" cxnId="{6DC070DC-8FA1-4CD7-8D19-BB0831D761F7}">
      <dgm:prSet/>
      <dgm:spPr/>
      <dgm:t>
        <a:bodyPr/>
        <a:lstStyle/>
        <a:p>
          <a:endParaRPr lang="zh-CN" altLang="en-US"/>
        </a:p>
      </dgm:t>
    </dgm:pt>
    <dgm:pt modelId="{E0899D51-9EC5-41E9-9760-19F9F331D861}" type="sibTrans" cxnId="{6DC070DC-8FA1-4CD7-8D19-BB0831D761F7}">
      <dgm:prSet/>
      <dgm:spPr/>
      <dgm:t>
        <a:bodyPr/>
        <a:lstStyle/>
        <a:p>
          <a:endParaRPr lang="zh-CN" altLang="en-US"/>
        </a:p>
      </dgm:t>
    </dgm:pt>
    <dgm:pt modelId="{3944493F-F978-439B-BD8F-76311AB244B4}">
      <dgm:prSet phldrT="Role" phldr="1"/>
      <dgm:spPr/>
      <dgm:t>
        <a:bodyPr/>
        <a:lstStyle/>
        <a:p>
          <a:endParaRPr lang="zh-CN" altLang="en-US"/>
        </a:p>
      </dgm:t>
    </dgm:pt>
    <dgm:pt modelId="{A35DEBB5-3DC2-47E5-A445-B70A2CF5D176}" type="parTrans" cxnId="{556718EA-B7CF-4530-8F3D-E1F87AF2E1C5}">
      <dgm:prSet/>
      <dgm:spPr/>
      <dgm:t>
        <a:bodyPr/>
        <a:lstStyle/>
        <a:p>
          <a:endParaRPr lang="zh-CN" altLang="en-US"/>
        </a:p>
      </dgm:t>
    </dgm:pt>
    <dgm:pt modelId="{FEB56587-39E0-4678-9C00-9A5FE33A0200}" type="sibTrans" cxnId="{556718EA-B7CF-4530-8F3D-E1F87AF2E1C5}">
      <dgm:prSet/>
      <dgm:spPr/>
      <dgm:t>
        <a:bodyPr/>
        <a:lstStyle/>
        <a:p>
          <a:endParaRPr lang="zh-CN" altLang="en-US"/>
        </a:p>
      </dgm:t>
    </dgm:pt>
    <dgm:pt modelId="{CAA61C63-F29E-4AB8-8490-DC21A46AEDD1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E75FC169-1039-40BE-A530-9D67E400518C}" type="parTrans" cxnId="{D6454E36-82DC-4437-BCE4-659119D82B13}">
      <dgm:prSet/>
      <dgm:spPr/>
      <dgm:t>
        <a:bodyPr/>
        <a:lstStyle/>
        <a:p>
          <a:endParaRPr lang="zh-CN" altLang="en-US"/>
        </a:p>
      </dgm:t>
    </dgm:pt>
    <dgm:pt modelId="{28EAC434-C342-41A5-9DF1-8766E15C3101}" type="sibTrans" cxnId="{D6454E36-82DC-4437-BCE4-659119D82B13}">
      <dgm:prSet/>
      <dgm:spPr/>
      <dgm:t>
        <a:bodyPr/>
        <a:lstStyle/>
        <a:p>
          <a:endParaRPr lang="zh-CN" altLang="en-US"/>
        </a:p>
      </dgm:t>
    </dgm:pt>
    <dgm:pt modelId="{E109CCE7-9CD8-4553-A18A-B1A62BD46DBD}">
      <dgm:prSet phldrT="Role" phldr="1"/>
      <dgm:spPr/>
      <dgm:t>
        <a:bodyPr/>
        <a:lstStyle/>
        <a:p>
          <a:endParaRPr lang="zh-CN" altLang="en-US"/>
        </a:p>
      </dgm:t>
    </dgm:pt>
    <dgm:pt modelId="{5FA4389B-B532-422F-9111-551DD1606D29}" type="parTrans" cxnId="{2361D710-2472-468C-BE97-50A93A72F7AA}">
      <dgm:prSet/>
      <dgm:spPr/>
      <dgm:t>
        <a:bodyPr/>
        <a:lstStyle/>
        <a:p>
          <a:endParaRPr lang="zh-CN" altLang="en-US"/>
        </a:p>
      </dgm:t>
    </dgm:pt>
    <dgm:pt modelId="{0AAEF4FF-78E2-48E7-93D6-D2C8F9F0B09C}" type="sibTrans" cxnId="{2361D710-2472-468C-BE97-50A93A72F7AA}">
      <dgm:prSet/>
      <dgm:spPr/>
      <dgm:t>
        <a:bodyPr/>
        <a:lstStyle/>
        <a:p>
          <a:endParaRPr lang="zh-CN" altLang="en-US"/>
        </a:p>
      </dgm:t>
    </dgm:pt>
    <dgm:pt modelId="{5AD9A9D0-ADB6-455E-9A0A-FD7AE4DC63E2}">
      <dgm:prSet phldrT="Name" phldr="1"/>
      <dgm:spPr/>
      <dgm:t>
        <a:bodyPr/>
        <a:lstStyle/>
        <a:p>
          <a:pPr>
            <a:defRPr b="1"/>
          </a:pPr>
          <a:endParaRPr lang="zh-CN" altLang="en-US"/>
        </a:p>
      </dgm:t>
    </dgm:pt>
    <dgm:pt modelId="{DC2B0C7D-22F5-47EF-BC5F-68C03C7E8EC0}" type="parTrans" cxnId="{70118F7D-8224-43F8-A65D-8B785D1E74BF}">
      <dgm:prSet/>
      <dgm:spPr/>
      <dgm:t>
        <a:bodyPr/>
        <a:lstStyle/>
        <a:p>
          <a:endParaRPr lang="zh-CN" altLang="en-US"/>
        </a:p>
      </dgm:t>
    </dgm:pt>
    <dgm:pt modelId="{7317A1CA-F98B-40FF-BC53-3BAA1927BB26}" type="sibTrans" cxnId="{70118F7D-8224-43F8-A65D-8B785D1E74BF}">
      <dgm:prSet/>
      <dgm:spPr/>
      <dgm:t>
        <a:bodyPr/>
        <a:lstStyle/>
        <a:p>
          <a:endParaRPr lang="zh-CN" altLang="en-US"/>
        </a:p>
      </dgm:t>
    </dgm:pt>
    <dgm:pt modelId="{981F0F7A-D379-4B69-8DBB-2A53D7C70094}">
      <dgm:prSet phldrT="Role" phldr="1"/>
      <dgm:spPr/>
      <dgm:t>
        <a:bodyPr/>
        <a:lstStyle/>
        <a:p>
          <a:endParaRPr lang="zh-CN" altLang="en-US"/>
        </a:p>
      </dgm:t>
    </dgm:pt>
    <dgm:pt modelId="{A9BD8279-9C7E-4230-96AE-13EB8FF89E69}" type="parTrans" cxnId="{16B56CD4-99FF-432E-9697-C0BC97642B98}">
      <dgm:prSet/>
      <dgm:spPr/>
      <dgm:t>
        <a:bodyPr/>
        <a:lstStyle/>
        <a:p>
          <a:endParaRPr lang="zh-CN" altLang="en-US"/>
        </a:p>
      </dgm:t>
    </dgm:pt>
    <dgm:pt modelId="{E4D5A8A8-77BD-4DED-8713-1D01A6CAF06C}" type="sibTrans" cxnId="{16B56CD4-99FF-432E-9697-C0BC97642B98}">
      <dgm:prSet/>
      <dgm:spPr/>
      <dgm:t>
        <a:bodyPr/>
        <a:lstStyle/>
        <a:p>
          <a:endParaRPr lang="zh-CN" altLang="en-US"/>
        </a:p>
      </dgm:t>
    </dgm:pt>
    <dgm:pt modelId="{15BBBF64-F199-466F-9A9E-BB491D07E4AE}" type="pres">
      <dgm:prSet presAssocID="{6E99C52D-ACC9-4644-BFAA-96A58201F41D}" presName="root" presStyleCnt="0">
        <dgm:presLayoutVars>
          <dgm:dir/>
          <dgm:resizeHandles val="exact"/>
        </dgm:presLayoutVars>
      </dgm:prSet>
      <dgm:spPr/>
    </dgm:pt>
    <dgm:pt modelId="{DC96D169-7336-4755-9448-0301E3B4BFBC}" type="pres">
      <dgm:prSet presAssocID="{A60FE6FE-471B-429F-A808-29225B208470}" presName="compNode" presStyleCnt="0"/>
      <dgm:spPr/>
    </dgm:pt>
    <dgm:pt modelId="{DDDE41E9-94A0-4826-B17A-C133A684B02F}" type="pres">
      <dgm:prSet presAssocID="{A60FE6FE-471B-429F-A808-29225B208470}" presName="bgCard" presStyleLbl="node1NoLn" presStyleIdx="0" presStyleCnt="4"/>
      <dgm:spPr/>
    </dgm:pt>
    <dgm:pt modelId="{10E7D2C0-C586-45A1-A676-8D16F1D59169}" type="pres">
      <dgm:prSet presAssocID="{A60FE6FE-471B-429F-A808-29225B208470}" presName="nameText" presStyleLbl="revTxLt" presStyleIdx="0" presStyleCnt="8">
        <dgm:presLayoutVars>
          <dgm:chMax val="1"/>
          <dgm:chPref val="1"/>
        </dgm:presLayoutVars>
      </dgm:prSet>
      <dgm:spPr/>
    </dgm:pt>
    <dgm:pt modelId="{DE586D1C-C418-43BD-887F-038AFAF0B9BB}" type="pres">
      <dgm:prSet presAssocID="{A60FE6FE-471B-429F-A808-29225B208470}" presName="roleText" presStyleLbl="revTxLt" presStyleIdx="1" presStyleCnt="8">
        <dgm:presLayoutVars>
          <dgm:chMax val="0"/>
        </dgm:presLayoutVars>
      </dgm:prSet>
      <dgm:spPr/>
    </dgm:pt>
    <dgm:pt modelId="{EE19D97F-5DA6-44A1-A459-27A1CD60B914}" type="pres">
      <dgm:prSet presAssocID="{A60FE6FE-471B-429F-A808-29225B208470}" presName="photoCircle" presStyleLbl="ltNode1NoLn" presStyleIdx="0" presStyleCnt="4"/>
      <dgm:spPr/>
    </dgm:pt>
    <dgm:pt modelId="{59ED88E6-33CA-4468-B7F9-4586C2AF6202}" type="pres">
      <dgm:prSet presAssocID="{70BFA0F0-E95C-4DEC-8FC4-DDB29D78BA7F}" presName="sibTrans" presStyleCnt="0"/>
      <dgm:spPr/>
    </dgm:pt>
    <dgm:pt modelId="{9DB4B3B6-4417-4DBC-95CF-4AAF564F3DA4}" type="pres">
      <dgm:prSet presAssocID="{64543702-2944-46D6-A1C0-17F1149962E0}" presName="compNode" presStyleCnt="0"/>
      <dgm:spPr/>
    </dgm:pt>
    <dgm:pt modelId="{D06D9E18-85DD-4BD4-8C91-7823E934F466}" type="pres">
      <dgm:prSet presAssocID="{64543702-2944-46D6-A1C0-17F1149962E0}" presName="bgCard" presStyleLbl="node1NoLn" presStyleIdx="1" presStyleCnt="4"/>
      <dgm:spPr/>
    </dgm:pt>
    <dgm:pt modelId="{C6F059BF-455A-4203-BA47-0D7E9F21B36D}" type="pres">
      <dgm:prSet presAssocID="{64543702-2944-46D6-A1C0-17F1149962E0}" presName="nameText" presStyleLbl="revTxLt" presStyleIdx="2" presStyleCnt="8">
        <dgm:presLayoutVars>
          <dgm:chMax val="1"/>
          <dgm:chPref val="1"/>
        </dgm:presLayoutVars>
      </dgm:prSet>
      <dgm:spPr/>
    </dgm:pt>
    <dgm:pt modelId="{0E2C2A39-B8CF-44B5-9C8E-A0AD5FE91AD8}" type="pres">
      <dgm:prSet presAssocID="{64543702-2944-46D6-A1C0-17F1149962E0}" presName="roleText" presStyleLbl="revTxLt" presStyleIdx="3" presStyleCnt="8">
        <dgm:presLayoutVars>
          <dgm:chMax val="0"/>
        </dgm:presLayoutVars>
      </dgm:prSet>
      <dgm:spPr/>
    </dgm:pt>
    <dgm:pt modelId="{6C2E8EDF-30E0-43D2-A1E5-3EC22C4CCD81}" type="pres">
      <dgm:prSet presAssocID="{64543702-2944-46D6-A1C0-17F1149962E0}" presName="photoCircle" presStyleLbl="ltNode1NoLn" presStyleIdx="1" presStyleCnt="4"/>
      <dgm:spPr/>
    </dgm:pt>
    <dgm:pt modelId="{5DE5CCAD-FF59-495E-8C0C-FD19E15F8FA4}" type="pres">
      <dgm:prSet presAssocID="{E0899D51-9EC5-41E9-9760-19F9F331D861}" presName="sibTrans" presStyleCnt="0"/>
      <dgm:spPr/>
    </dgm:pt>
    <dgm:pt modelId="{3F834E17-FC3E-43AC-8E47-41DF6D8849D2}" type="pres">
      <dgm:prSet presAssocID="{CAA61C63-F29E-4AB8-8490-DC21A46AEDD1}" presName="compNode" presStyleCnt="0"/>
      <dgm:spPr/>
    </dgm:pt>
    <dgm:pt modelId="{D13812A0-E70C-4DF3-8080-C0B65E045ACF}" type="pres">
      <dgm:prSet presAssocID="{CAA61C63-F29E-4AB8-8490-DC21A46AEDD1}" presName="bgCard" presStyleLbl="node1NoLn" presStyleIdx="2" presStyleCnt="4"/>
      <dgm:spPr/>
    </dgm:pt>
    <dgm:pt modelId="{E7E0EF7E-E4A4-45DF-B163-A8281D2E72C5}" type="pres">
      <dgm:prSet presAssocID="{CAA61C63-F29E-4AB8-8490-DC21A46AEDD1}" presName="nameText" presStyleLbl="revTxLt" presStyleIdx="4" presStyleCnt="8">
        <dgm:presLayoutVars>
          <dgm:chMax val="1"/>
          <dgm:chPref val="1"/>
        </dgm:presLayoutVars>
      </dgm:prSet>
      <dgm:spPr/>
    </dgm:pt>
    <dgm:pt modelId="{DCB9F7A7-F5C0-468D-B476-6066461FC8B0}" type="pres">
      <dgm:prSet presAssocID="{CAA61C63-F29E-4AB8-8490-DC21A46AEDD1}" presName="roleText" presStyleLbl="revTxLt" presStyleIdx="5" presStyleCnt="8">
        <dgm:presLayoutVars>
          <dgm:chMax val="0"/>
        </dgm:presLayoutVars>
      </dgm:prSet>
      <dgm:spPr/>
    </dgm:pt>
    <dgm:pt modelId="{2B678B5E-9C5A-4F3C-A4B5-A12DD3464D62}" type="pres">
      <dgm:prSet presAssocID="{CAA61C63-F29E-4AB8-8490-DC21A46AEDD1}" presName="photoCircle" presStyleLbl="ltNode1NoLn" presStyleIdx="2" presStyleCnt="4"/>
      <dgm:spPr/>
    </dgm:pt>
    <dgm:pt modelId="{F7A14308-2391-4A68-8803-BD9AF1274E24}" type="pres">
      <dgm:prSet presAssocID="{28EAC434-C342-41A5-9DF1-8766E15C3101}" presName="sibTrans" presStyleCnt="0"/>
      <dgm:spPr/>
    </dgm:pt>
    <dgm:pt modelId="{B89BD22E-78D2-4DCF-86C7-7B22F332155A}" type="pres">
      <dgm:prSet presAssocID="{5AD9A9D0-ADB6-455E-9A0A-FD7AE4DC63E2}" presName="compNode" presStyleCnt="0"/>
      <dgm:spPr/>
    </dgm:pt>
    <dgm:pt modelId="{87ADB2A3-A382-4867-AA58-B5ECCC7D1A98}" type="pres">
      <dgm:prSet presAssocID="{5AD9A9D0-ADB6-455E-9A0A-FD7AE4DC63E2}" presName="bgCard" presStyleLbl="node1NoLn" presStyleIdx="3" presStyleCnt="4"/>
      <dgm:spPr/>
    </dgm:pt>
    <dgm:pt modelId="{4146AABC-EE3D-42DA-8364-BA3D59A4B097}" type="pres">
      <dgm:prSet presAssocID="{5AD9A9D0-ADB6-455E-9A0A-FD7AE4DC63E2}" presName="nameText" presStyleLbl="revTxLt" presStyleIdx="6" presStyleCnt="8">
        <dgm:presLayoutVars>
          <dgm:chMax val="1"/>
          <dgm:chPref val="1"/>
        </dgm:presLayoutVars>
      </dgm:prSet>
      <dgm:spPr/>
    </dgm:pt>
    <dgm:pt modelId="{B23EAF24-E640-4633-BF03-1716875557B2}" type="pres">
      <dgm:prSet presAssocID="{5AD9A9D0-ADB6-455E-9A0A-FD7AE4DC63E2}" presName="roleText" presStyleLbl="revTxLt" presStyleIdx="7" presStyleCnt="8">
        <dgm:presLayoutVars>
          <dgm:chMax val="0"/>
        </dgm:presLayoutVars>
      </dgm:prSet>
      <dgm:spPr/>
    </dgm:pt>
    <dgm:pt modelId="{D3293C81-DDA6-41DD-94D9-8642CE9ED5F9}" type="pres">
      <dgm:prSet presAssocID="{5AD9A9D0-ADB6-455E-9A0A-FD7AE4DC63E2}" presName="photoCircle" presStyleLbl="ltNode1NoLn" presStyleIdx="3" presStyleCnt="4"/>
      <dgm:spPr/>
    </dgm:pt>
  </dgm:ptLst>
  <dgm:cxnLst>
    <dgm:cxn modelId="{F5A46D09-ED12-4B48-99D1-B5028DB727C0}" type="presOf" srcId="{64543702-2944-46D6-A1C0-17F1149962E0}" destId="{C6F059BF-455A-4203-BA47-0D7E9F21B36D}" srcOrd="0" destOrd="0" presId="urn:microsoft.com/office/officeart/2024/layout/MeetTheTeamCardVertical"/>
    <dgm:cxn modelId="{6275320A-535A-4D0F-963E-5B90DF6731E0}" type="presOf" srcId="{E109CCE7-9CD8-4553-A18A-B1A62BD46DBD}" destId="{DCB9F7A7-F5C0-468D-B476-6066461FC8B0}" srcOrd="0" destOrd="0" presId="urn:microsoft.com/office/officeart/2024/layout/MeetTheTeamCardVertical"/>
    <dgm:cxn modelId="{2361D710-2472-468C-BE97-50A93A72F7AA}" srcId="{CAA61C63-F29E-4AB8-8490-DC21A46AEDD1}" destId="{E109CCE7-9CD8-4553-A18A-B1A62BD46DBD}" srcOrd="0" destOrd="0" parTransId="{5FA4389B-B532-422F-9111-551DD1606D29}" sibTransId="{0AAEF4FF-78E2-48E7-93D6-D2C8F9F0B09C}"/>
    <dgm:cxn modelId="{D6454E36-82DC-4437-BCE4-659119D82B13}" srcId="{6E99C52D-ACC9-4644-BFAA-96A58201F41D}" destId="{CAA61C63-F29E-4AB8-8490-DC21A46AEDD1}" srcOrd="2" destOrd="0" parTransId="{E75FC169-1039-40BE-A530-9D67E400518C}" sibTransId="{28EAC434-C342-41A5-9DF1-8766E15C3101}"/>
    <dgm:cxn modelId="{596DCE40-0DD0-4C31-BF22-38B1FD47FB32}" type="presOf" srcId="{A60FE6FE-471B-429F-A808-29225B208470}" destId="{10E7D2C0-C586-45A1-A676-8D16F1D59169}" srcOrd="0" destOrd="0" presId="urn:microsoft.com/office/officeart/2024/layout/MeetTheTeamCardVertical"/>
    <dgm:cxn modelId="{5A2BF55D-102F-4C61-BD24-89800F8A591F}" type="presOf" srcId="{6E99C52D-ACC9-4644-BFAA-96A58201F41D}" destId="{15BBBF64-F199-466F-9A9E-BB491D07E4AE}" srcOrd="0" destOrd="0" presId="urn:microsoft.com/office/officeart/2024/layout/MeetTheTeamCardVertical"/>
    <dgm:cxn modelId="{5306185E-DC3A-46AF-8EF0-7C16B694EAED}" type="presOf" srcId="{5AD9A9D0-ADB6-455E-9A0A-FD7AE4DC63E2}" destId="{4146AABC-EE3D-42DA-8364-BA3D59A4B097}" srcOrd="0" destOrd="0" presId="urn:microsoft.com/office/officeart/2024/layout/MeetTheTeamCardVertical"/>
    <dgm:cxn modelId="{ECA0F262-A215-434C-A869-E602C5181690}" type="presOf" srcId="{CAA61C63-F29E-4AB8-8490-DC21A46AEDD1}" destId="{E7E0EF7E-E4A4-45DF-B163-A8281D2E72C5}" srcOrd="0" destOrd="0" presId="urn:microsoft.com/office/officeart/2024/layout/MeetTheTeamCardVertical"/>
    <dgm:cxn modelId="{1AE9014C-AFE2-4ED6-8363-5C61D64A2672}" type="presOf" srcId="{E87025EF-AE7C-4AE7-B225-25E7BD548DDA}" destId="{DE586D1C-C418-43BD-887F-038AFAF0B9BB}" srcOrd="0" destOrd="0" presId="urn:microsoft.com/office/officeart/2024/layout/MeetTheTeamCardVertical"/>
    <dgm:cxn modelId="{70118F7D-8224-43F8-A65D-8B785D1E74BF}" srcId="{6E99C52D-ACC9-4644-BFAA-96A58201F41D}" destId="{5AD9A9D0-ADB6-455E-9A0A-FD7AE4DC63E2}" srcOrd="3" destOrd="0" parTransId="{DC2B0C7D-22F5-47EF-BC5F-68C03C7E8EC0}" sibTransId="{7317A1CA-F98B-40FF-BC53-3BAA1927BB26}"/>
    <dgm:cxn modelId="{F7945686-09E5-4B94-8C9E-B9C9270753B2}" srcId="{6E99C52D-ACC9-4644-BFAA-96A58201F41D}" destId="{A60FE6FE-471B-429F-A808-29225B208470}" srcOrd="0" destOrd="0" parTransId="{BCF563AE-95D1-4A90-BC48-838C90165D36}" sibTransId="{70BFA0F0-E95C-4DEC-8FC4-DDB29D78BA7F}"/>
    <dgm:cxn modelId="{B34D9CA1-0CAF-4C97-8CA3-61D6E9BD108A}" type="presOf" srcId="{3944493F-F978-439B-BD8F-76311AB244B4}" destId="{0E2C2A39-B8CF-44B5-9C8E-A0AD5FE91AD8}" srcOrd="0" destOrd="0" presId="urn:microsoft.com/office/officeart/2024/layout/MeetTheTeamCardVertical"/>
    <dgm:cxn modelId="{997356C2-3B75-4B83-82C8-46CFC9263C04}" type="presOf" srcId="{981F0F7A-D379-4B69-8DBB-2A53D7C70094}" destId="{B23EAF24-E640-4633-BF03-1716875557B2}" srcOrd="0" destOrd="0" presId="urn:microsoft.com/office/officeart/2024/layout/MeetTheTeamCardVertical"/>
    <dgm:cxn modelId="{16B56CD4-99FF-432E-9697-C0BC97642B98}" srcId="{5AD9A9D0-ADB6-455E-9A0A-FD7AE4DC63E2}" destId="{981F0F7A-D379-4B69-8DBB-2A53D7C70094}" srcOrd="0" destOrd="0" parTransId="{A9BD8279-9C7E-4230-96AE-13EB8FF89E69}" sibTransId="{E4D5A8A8-77BD-4DED-8713-1D01A6CAF06C}"/>
    <dgm:cxn modelId="{6DC070DC-8FA1-4CD7-8D19-BB0831D761F7}" srcId="{6E99C52D-ACC9-4644-BFAA-96A58201F41D}" destId="{64543702-2944-46D6-A1C0-17F1149962E0}" srcOrd="1" destOrd="0" parTransId="{18991211-7EB4-42DD-9170-674DC10867D7}" sibTransId="{E0899D51-9EC5-41E9-9760-19F9F331D861}"/>
    <dgm:cxn modelId="{556718EA-B7CF-4530-8F3D-E1F87AF2E1C5}" srcId="{64543702-2944-46D6-A1C0-17F1149962E0}" destId="{3944493F-F978-439B-BD8F-76311AB244B4}" srcOrd="0" destOrd="0" parTransId="{A35DEBB5-3DC2-47E5-A445-B70A2CF5D176}" sibTransId="{FEB56587-39E0-4678-9C00-9A5FE33A0200}"/>
    <dgm:cxn modelId="{92D7E0FE-2DEB-4FC0-8566-A7ACC12AC322}" srcId="{A60FE6FE-471B-429F-A808-29225B208470}" destId="{E87025EF-AE7C-4AE7-B225-25E7BD548DDA}" srcOrd="0" destOrd="0" parTransId="{B833F9EA-9E47-4D49-816E-CBAFEC33A7C4}" sibTransId="{69007689-772C-4674-849F-C9F96C01550C}"/>
    <dgm:cxn modelId="{9CD3A5EE-6EB9-4DA2-8F83-642C6DA7CD2E}" type="presParOf" srcId="{15BBBF64-F199-466F-9A9E-BB491D07E4AE}" destId="{DC96D169-7336-4755-9448-0301E3B4BFBC}" srcOrd="0" destOrd="0" presId="urn:microsoft.com/office/officeart/2024/layout/MeetTheTeamCardVertical"/>
    <dgm:cxn modelId="{2E57F3BA-29DB-45E1-B271-B9B079218E37}" type="presParOf" srcId="{DC96D169-7336-4755-9448-0301E3B4BFBC}" destId="{DDDE41E9-94A0-4826-B17A-C133A684B02F}" srcOrd="0" destOrd="0" presId="urn:microsoft.com/office/officeart/2024/layout/MeetTheTeamCardVertical"/>
    <dgm:cxn modelId="{A6F19514-C618-4783-975B-17B3710BF3B1}" type="presParOf" srcId="{DC96D169-7336-4755-9448-0301E3B4BFBC}" destId="{10E7D2C0-C586-45A1-A676-8D16F1D59169}" srcOrd="1" destOrd="0" presId="urn:microsoft.com/office/officeart/2024/layout/MeetTheTeamCardVertical"/>
    <dgm:cxn modelId="{46CD61FA-3488-4547-96EC-A185CB72DFF9}" type="presParOf" srcId="{DC96D169-7336-4755-9448-0301E3B4BFBC}" destId="{DE586D1C-C418-43BD-887F-038AFAF0B9BB}" srcOrd="2" destOrd="0" presId="urn:microsoft.com/office/officeart/2024/layout/MeetTheTeamCardVertical"/>
    <dgm:cxn modelId="{50153F73-ADFC-4A5B-B400-6E6B28D99471}" type="presParOf" srcId="{DC96D169-7336-4755-9448-0301E3B4BFBC}" destId="{EE19D97F-5DA6-44A1-A459-27A1CD60B914}" srcOrd="3" destOrd="0" presId="urn:microsoft.com/office/officeart/2024/layout/MeetTheTeamCardVertical"/>
    <dgm:cxn modelId="{09406C27-18FA-4F6E-9EA6-E91DAB0E9B8E}" type="presParOf" srcId="{15BBBF64-F199-466F-9A9E-BB491D07E4AE}" destId="{59ED88E6-33CA-4468-B7F9-4586C2AF6202}" srcOrd="1" destOrd="0" presId="urn:microsoft.com/office/officeart/2024/layout/MeetTheTeamCardVertical"/>
    <dgm:cxn modelId="{6DD2FCBB-715A-4E63-8293-2EA8950078B7}" type="presParOf" srcId="{15BBBF64-F199-466F-9A9E-BB491D07E4AE}" destId="{9DB4B3B6-4417-4DBC-95CF-4AAF564F3DA4}" srcOrd="2" destOrd="0" presId="urn:microsoft.com/office/officeart/2024/layout/MeetTheTeamCardVertical"/>
    <dgm:cxn modelId="{05FE7069-220E-45A7-8054-86E3F5FC64B1}" type="presParOf" srcId="{9DB4B3B6-4417-4DBC-95CF-4AAF564F3DA4}" destId="{D06D9E18-85DD-4BD4-8C91-7823E934F466}" srcOrd="0" destOrd="0" presId="urn:microsoft.com/office/officeart/2024/layout/MeetTheTeamCardVertical"/>
    <dgm:cxn modelId="{D98ECF22-FE79-4493-93E1-44A49C12C45A}" type="presParOf" srcId="{9DB4B3B6-4417-4DBC-95CF-4AAF564F3DA4}" destId="{C6F059BF-455A-4203-BA47-0D7E9F21B36D}" srcOrd="1" destOrd="0" presId="urn:microsoft.com/office/officeart/2024/layout/MeetTheTeamCardVertical"/>
    <dgm:cxn modelId="{22B1B8A3-7487-4397-A5FE-D7057B7A5589}" type="presParOf" srcId="{9DB4B3B6-4417-4DBC-95CF-4AAF564F3DA4}" destId="{0E2C2A39-B8CF-44B5-9C8E-A0AD5FE91AD8}" srcOrd="2" destOrd="0" presId="urn:microsoft.com/office/officeart/2024/layout/MeetTheTeamCardVertical"/>
    <dgm:cxn modelId="{6493DC53-2289-43BD-B92A-DA37827CA315}" type="presParOf" srcId="{9DB4B3B6-4417-4DBC-95CF-4AAF564F3DA4}" destId="{6C2E8EDF-30E0-43D2-A1E5-3EC22C4CCD81}" srcOrd="3" destOrd="0" presId="urn:microsoft.com/office/officeart/2024/layout/MeetTheTeamCardVertical"/>
    <dgm:cxn modelId="{00EFEE47-8A20-44A9-957F-736D2A7A15C2}" type="presParOf" srcId="{15BBBF64-F199-466F-9A9E-BB491D07E4AE}" destId="{5DE5CCAD-FF59-495E-8C0C-FD19E15F8FA4}" srcOrd="3" destOrd="0" presId="urn:microsoft.com/office/officeart/2024/layout/MeetTheTeamCardVertical"/>
    <dgm:cxn modelId="{840CCEFC-70A0-4667-BC18-77B50B52D39F}" type="presParOf" srcId="{15BBBF64-F199-466F-9A9E-BB491D07E4AE}" destId="{3F834E17-FC3E-43AC-8E47-41DF6D8849D2}" srcOrd="4" destOrd="0" presId="urn:microsoft.com/office/officeart/2024/layout/MeetTheTeamCardVertical"/>
    <dgm:cxn modelId="{95689CA2-8CFD-4C8D-91A5-A928B8281BE8}" type="presParOf" srcId="{3F834E17-FC3E-43AC-8E47-41DF6D8849D2}" destId="{D13812A0-E70C-4DF3-8080-C0B65E045ACF}" srcOrd="0" destOrd="0" presId="urn:microsoft.com/office/officeart/2024/layout/MeetTheTeamCardVertical"/>
    <dgm:cxn modelId="{3688F5D1-6501-47DE-91FA-8AADB59B3BB5}" type="presParOf" srcId="{3F834E17-FC3E-43AC-8E47-41DF6D8849D2}" destId="{E7E0EF7E-E4A4-45DF-B163-A8281D2E72C5}" srcOrd="1" destOrd="0" presId="urn:microsoft.com/office/officeart/2024/layout/MeetTheTeamCardVertical"/>
    <dgm:cxn modelId="{3A593F31-3F57-4EE3-9C38-BB484F39B94B}" type="presParOf" srcId="{3F834E17-FC3E-43AC-8E47-41DF6D8849D2}" destId="{DCB9F7A7-F5C0-468D-B476-6066461FC8B0}" srcOrd="2" destOrd="0" presId="urn:microsoft.com/office/officeart/2024/layout/MeetTheTeamCardVertical"/>
    <dgm:cxn modelId="{1BCADCDD-DBEA-486B-B841-686348AFA579}" type="presParOf" srcId="{3F834E17-FC3E-43AC-8E47-41DF6D8849D2}" destId="{2B678B5E-9C5A-4F3C-A4B5-A12DD3464D62}" srcOrd="3" destOrd="0" presId="urn:microsoft.com/office/officeart/2024/layout/MeetTheTeamCardVertical"/>
    <dgm:cxn modelId="{387D26EA-E9D6-40F7-AA95-FC82C0C0776C}" type="presParOf" srcId="{15BBBF64-F199-466F-9A9E-BB491D07E4AE}" destId="{F7A14308-2391-4A68-8803-BD9AF1274E24}" srcOrd="5" destOrd="0" presId="urn:microsoft.com/office/officeart/2024/layout/MeetTheTeamCardVertical"/>
    <dgm:cxn modelId="{A41CBDF8-AF7D-4FE8-B9BE-19D07DFA07BF}" type="presParOf" srcId="{15BBBF64-F199-466F-9A9E-BB491D07E4AE}" destId="{B89BD22E-78D2-4DCF-86C7-7B22F332155A}" srcOrd="6" destOrd="0" presId="urn:microsoft.com/office/officeart/2024/layout/MeetTheTeamCardVertical"/>
    <dgm:cxn modelId="{FABE3408-A197-469A-B908-B0EC4E9F0EEC}" type="presParOf" srcId="{B89BD22E-78D2-4DCF-86C7-7B22F332155A}" destId="{87ADB2A3-A382-4867-AA58-B5ECCC7D1A98}" srcOrd="0" destOrd="0" presId="urn:microsoft.com/office/officeart/2024/layout/MeetTheTeamCardVertical"/>
    <dgm:cxn modelId="{AE8B9357-82DD-44FD-9459-5DB6B94EA449}" type="presParOf" srcId="{B89BD22E-78D2-4DCF-86C7-7B22F332155A}" destId="{4146AABC-EE3D-42DA-8364-BA3D59A4B097}" srcOrd="1" destOrd="0" presId="urn:microsoft.com/office/officeart/2024/layout/MeetTheTeamCardVertical"/>
    <dgm:cxn modelId="{04E43DBD-643E-49CD-9BD5-837616BAB965}" type="presParOf" srcId="{B89BD22E-78D2-4DCF-86C7-7B22F332155A}" destId="{B23EAF24-E640-4633-BF03-1716875557B2}" srcOrd="2" destOrd="0" presId="urn:microsoft.com/office/officeart/2024/layout/MeetTheTeamCardVertical"/>
    <dgm:cxn modelId="{1CF684E6-4668-4BE0-B061-6E81E1F56D34}" type="presParOf" srcId="{B89BD22E-78D2-4DCF-86C7-7B22F332155A}" destId="{D3293C81-DDA6-41DD-94D9-8642CE9ED5F9}" srcOrd="3" destOrd="0" presId="urn:microsoft.com/office/officeart/2024/layout/MeetTheTeamCardVertic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DE41E9-94A0-4826-B17A-C133A684B02F}">
      <dsp:nvSpPr>
        <dsp:cNvPr id="0" name=""/>
        <dsp:cNvSpPr/>
      </dsp:nvSpPr>
      <dsp:spPr>
        <a:xfrm>
          <a:off x="103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E7D2C0-C586-45A1-A676-8D16F1D59169}">
      <dsp:nvSpPr>
        <dsp:cNvPr id="0" name=""/>
        <dsp:cNvSpPr/>
      </dsp:nvSpPr>
      <dsp:spPr>
        <a:xfrm>
          <a:off x="3522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35225" y="1195042"/>
        <a:ext cx="1299199" cy="273515"/>
      </dsp:txXfrm>
    </dsp:sp>
    <dsp:sp modelId="{DE586D1C-C418-43BD-887F-038AFAF0B9BB}">
      <dsp:nvSpPr>
        <dsp:cNvPr id="0" name=""/>
        <dsp:cNvSpPr/>
      </dsp:nvSpPr>
      <dsp:spPr>
        <a:xfrm>
          <a:off x="3522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5225" y="1468557"/>
        <a:ext cx="1299199" cy="202401"/>
      </dsp:txXfrm>
    </dsp:sp>
    <dsp:sp modelId="{EE19D97F-5DA6-44A1-A459-27A1CD60B914}">
      <dsp:nvSpPr>
        <dsp:cNvPr id="0" name=""/>
        <dsp:cNvSpPr/>
      </dsp:nvSpPr>
      <dsp:spPr>
        <a:xfrm>
          <a:off x="1035" y="1895242"/>
          <a:ext cx="1367578" cy="1367578"/>
        </a:xfrm>
        <a:prstGeom prst="ellipse">
          <a:avLst/>
        </a:prstGeom>
        <a:solidFill>
          <a:schemeClr val="accent1">
            <a:tint val="75000"/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06D9E18-85DD-4BD4-8C91-7823E934F466}">
      <dsp:nvSpPr>
        <dsp:cNvPr id="0" name=""/>
        <dsp:cNvSpPr/>
      </dsp:nvSpPr>
      <dsp:spPr>
        <a:xfrm>
          <a:off x="157648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6F059BF-455A-4203-BA47-0D7E9F21B36D}">
      <dsp:nvSpPr>
        <dsp:cNvPr id="0" name=""/>
        <dsp:cNvSpPr/>
      </dsp:nvSpPr>
      <dsp:spPr>
        <a:xfrm>
          <a:off x="161067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1610675" y="1195042"/>
        <a:ext cx="1299199" cy="273515"/>
      </dsp:txXfrm>
    </dsp:sp>
    <dsp:sp modelId="{0E2C2A39-B8CF-44B5-9C8E-A0AD5FE91AD8}">
      <dsp:nvSpPr>
        <dsp:cNvPr id="0" name=""/>
        <dsp:cNvSpPr/>
      </dsp:nvSpPr>
      <dsp:spPr>
        <a:xfrm>
          <a:off x="161067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610675" y="1468557"/>
        <a:ext cx="1299199" cy="202401"/>
      </dsp:txXfrm>
    </dsp:sp>
    <dsp:sp modelId="{6C2E8EDF-30E0-43D2-A1E5-3EC22C4CCD81}">
      <dsp:nvSpPr>
        <dsp:cNvPr id="0" name=""/>
        <dsp:cNvSpPr/>
      </dsp:nvSpPr>
      <dsp:spPr>
        <a:xfrm>
          <a:off x="1576485" y="1895242"/>
          <a:ext cx="1367578" cy="1367578"/>
        </a:xfrm>
        <a:prstGeom prst="ellipse">
          <a:avLst/>
        </a:prstGeom>
        <a:solidFill>
          <a:schemeClr val="accent1">
            <a:tint val="75000"/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13812A0-E70C-4DF3-8080-C0B65E045ACF}">
      <dsp:nvSpPr>
        <dsp:cNvPr id="0" name=""/>
        <dsp:cNvSpPr/>
      </dsp:nvSpPr>
      <dsp:spPr>
        <a:xfrm>
          <a:off x="315193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7E0EF7E-E4A4-45DF-B163-A8281D2E72C5}">
      <dsp:nvSpPr>
        <dsp:cNvPr id="0" name=""/>
        <dsp:cNvSpPr/>
      </dsp:nvSpPr>
      <dsp:spPr>
        <a:xfrm>
          <a:off x="318612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3186125" y="1195042"/>
        <a:ext cx="1299199" cy="273515"/>
      </dsp:txXfrm>
    </dsp:sp>
    <dsp:sp modelId="{DCB9F7A7-F5C0-468D-B476-6066461FC8B0}">
      <dsp:nvSpPr>
        <dsp:cNvPr id="0" name=""/>
        <dsp:cNvSpPr/>
      </dsp:nvSpPr>
      <dsp:spPr>
        <a:xfrm>
          <a:off x="318612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186125" y="1468557"/>
        <a:ext cx="1299199" cy="202401"/>
      </dsp:txXfrm>
    </dsp:sp>
    <dsp:sp modelId="{2B678B5E-9C5A-4F3C-A4B5-A12DD3464D62}">
      <dsp:nvSpPr>
        <dsp:cNvPr id="0" name=""/>
        <dsp:cNvSpPr/>
      </dsp:nvSpPr>
      <dsp:spPr>
        <a:xfrm>
          <a:off x="3151935" y="1895242"/>
          <a:ext cx="1367578" cy="1367578"/>
        </a:xfrm>
        <a:prstGeom prst="ellipse">
          <a:avLst/>
        </a:prstGeom>
        <a:solidFill>
          <a:schemeClr val="accent1">
            <a:tint val="75000"/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7ADB2A3-A382-4867-AA58-B5ECCC7D1A98}">
      <dsp:nvSpPr>
        <dsp:cNvPr id="0" name=""/>
        <dsp:cNvSpPr/>
      </dsp:nvSpPr>
      <dsp:spPr>
        <a:xfrm>
          <a:off x="4727385" y="801179"/>
          <a:ext cx="1367578" cy="2461640"/>
        </a:xfrm>
        <a:prstGeom prst="roundRect">
          <a:avLst>
            <a:gd name="adj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146AABC-EE3D-42DA-8364-BA3D59A4B097}">
      <dsp:nvSpPr>
        <dsp:cNvPr id="0" name=""/>
        <dsp:cNvSpPr/>
      </dsp:nvSpPr>
      <dsp:spPr>
        <a:xfrm>
          <a:off x="4761575" y="1195042"/>
          <a:ext cx="1299199" cy="2735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zh-CN" altLang="en-US" sz="1800" kern="1200"/>
        </a:p>
      </dsp:txBody>
      <dsp:txXfrm>
        <a:off x="4761575" y="1195042"/>
        <a:ext cx="1299199" cy="273515"/>
      </dsp:txXfrm>
    </dsp:sp>
    <dsp:sp modelId="{B23EAF24-E640-4633-BF03-1716875557B2}">
      <dsp:nvSpPr>
        <dsp:cNvPr id="0" name=""/>
        <dsp:cNvSpPr/>
      </dsp:nvSpPr>
      <dsp:spPr>
        <a:xfrm>
          <a:off x="4761575" y="1468557"/>
          <a:ext cx="1299199" cy="202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4761575" y="1468557"/>
        <a:ext cx="1299199" cy="202401"/>
      </dsp:txXfrm>
    </dsp:sp>
    <dsp:sp modelId="{D3293C81-DDA6-41DD-94D9-8642CE9ED5F9}">
      <dsp:nvSpPr>
        <dsp:cNvPr id="0" name=""/>
        <dsp:cNvSpPr/>
      </dsp:nvSpPr>
      <dsp:spPr>
        <a:xfrm>
          <a:off x="4727385" y="1895242"/>
          <a:ext cx="1367578" cy="1367578"/>
        </a:xfrm>
        <a:prstGeom prst="ellipse">
          <a:avLst/>
        </a:prstGeom>
        <a:solidFill>
          <a:schemeClr val="accent1">
            <a:tint val="75000"/>
            <a:hueOff val="0"/>
            <a:satOff val="0"/>
            <a:lumOff val="0"/>
            <a:alphaOff val="0"/>
          </a:schemeClr>
        </a:solidFill>
        <a:ln w="6350" cap="flat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MeetTheTeamCardVertical">
  <dgm:title val=""/>
  <dgm:desc val=""/>
  <dgm:catLst>
    <dgm:cat type="meettheteam" pri="102"/>
    <dgm:cat type="pictureconvert" pri="33000"/>
  </dgm:catLst>
  <dgm:sampData>
    <dgm:dataModel>
      <dgm:ptLst>
        <dgm:pt modelId="0" type="doc"/>
        <dgm:pt modelId="10">
          <dgm:prSet phldrT="Name" phldr="1"/>
        </dgm:pt>
        <dgm:pt modelId="11">
          <dgm:prSet phldrT="Role" phldr="1"/>
        </dgm:pt>
        <dgm:pt modelId="20">
          <dgm:prSet phldrT="Name" phldr="1"/>
        </dgm:pt>
        <dgm:pt modelId="21">
          <dgm:prSet phldrT="Role" phldr="1"/>
        </dgm:pt>
        <dgm:pt modelId="30">
          <dgm:prSet phldrT="Name" phldr="1"/>
        </dgm:pt>
        <dgm:pt modelId="31">
          <dgm:prSet phldrT="Role" phldr="1"/>
        </dgm:pt>
        <dgm:pt modelId="40">
          <dgm:prSet phldrT="Name" phldr="1"/>
        </dgm:pt>
        <dgm:pt modelId="41">
          <dgm:prSet phldrT="Role" phldr="1"/>
        </dgm:pt>
      </dgm:ptLst>
      <dgm:cxnLst>
        <dgm:cxn modelId="100" srcId="0" destId="10" srcOrd="0" destOrd="0"/>
        <dgm:cxn modelId="101" srcId="10" destId="11" srcOrd="0" destOrd="0"/>
        <dgm:cxn modelId="102" srcId="0" destId="20" srcOrd="1" destOrd="0"/>
        <dgm:cxn modelId="103" srcId="20" destId="21" srcOrd="0" destOrd="0"/>
        <dgm:cxn modelId="104" srcId="0" destId="30" srcOrd="2" destOrd="0"/>
        <dgm:cxn modelId="105" srcId="30" destId="31" srcOrd="0" destOrd="0"/>
        <dgm:cxn modelId="106" srcId="0" destId="40" srcOrd="3" destOrd="0"/>
        <dgm:cxn modelId="107" srcId="40" destId="4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52"/>
          <dgm:constr type="sp" refType="w" refFor="ch" refForName="compNode" op="equ" fact="0.25"/>
          <dgm:constr type="primFontSz" for="des" forName="nameText" op="equ" val="18"/>
          <dgm:constr type="primFontSz" for="des" forName="roleText" op="equ" val="14"/>
          <dgm:constr type="h" for="des" forName="compNode" op="equ"/>
          <dgm:constr type="h" for="des" forName="nameText" op="equ"/>
          <dgm:constr type="h" for="des" forName="roleTex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bgCard" refType="w"/>
          <dgm:constr type="h" for="ch" forName="bgCard" refType="w" refFor="ch" refForName="bgCard" fact="1.8"/>
          <dgm:constr type="t" for="ch" forName="bgCard"/>
          <dgm:constr type="l" for="ch" forName="bgCard"/>
          <dgm:constr type="w" for="ch" forName="nameText" refType="w" fact="0.95"/>
          <dgm:constr type="h" for="ch" forName="nameText" val="10"/>
          <dgm:constr type="ctrX" for="ch" forName="nameText" refType="w" fact="0.5"/>
          <dgm:constr type="t" for="ch" forName="nameText" refType="h" refFor="ch" refForName="bgCard" fact="0.16"/>
          <dgm:constr type="w" for="ch" forName="roleText" refType="w" fact="0.95"/>
          <dgm:constr type="h" for="ch" forName="roleText" val="7.4"/>
          <dgm:constr type="ctrX" for="ch" forName="roleText" refType="w" fact="0.5"/>
          <dgm:constr type="t" for="ch" forName="roleText" refType="b" refFor="ch" refForName="nameText"/>
          <dgm:constr type="w" for="ch" forName="photoCircle" refType="w"/>
          <dgm:constr type="h" for="ch" forName="photoCircle" refType="w" refFor="ch" refForName="photoCircle"/>
          <dgm:constr type="ctrX" for="ch" forName="photoCircle" refType="w" fact="0.5"/>
          <dgm:constr type="b" for="ch" forName="photoCircle" refType="b" refFor="ch" refForName="bgCard"/>
        </dgm:constrLst>
        <dgm:ruleLst>
          <dgm:rule type="h" val="INF" fact="NaN" max="NaN"/>
        </dgm:ruleLst>
        <dgm:layoutNode name="bgCard" styleLbl="node1NoLn">
          <dgm:alg type="sp"/>
          <dgm:shape xmlns:r="http://schemas.openxmlformats.org/officeDocument/2006/relationships" type="roundRect" r:blip="">
            <dgm:adjLst>
              <dgm:adj idx="1" val="0.5"/>
            </dgm:adjLst>
          </dgm:shape>
          <dgm:presOf/>
          <dgm:constrLst/>
          <dgm:ruleLst/>
        </dgm:layoutNode>
        <dgm:layoutNode name="nameText" styleLbl="revTxLt">
          <dgm:varLst>
            <dgm:chMax val="1"/>
            <dgm:chPref val="1"/>
          </dgm:varLst>
          <dgm:alg type="tx">
            <dgm:param type="txAnchorVert" val="b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  <dgm:layoutNode name="roleText" styleLbl="revTxLt">
          <dgm:varLst>
            <dgm:chMax val="0"/>
          </dgm:varLst>
          <dgm:alg type="tx">
            <dgm:param type="txAnchorVert" val="b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  <dgm:layoutNode name="photoCircle" styleLbl="ltNode1NoLn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test slide uses the standard 4:3 page setting so the renderer can verify fixed slide geometry.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A3BEB-C04A-675D-A21D-C36D0D85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D68895-9875-65B0-9113-17819929F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FC2E7-773A-DA57-535A-F073C9D58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test slide uses the standard 4:3 page setting so the renderer can verify fixed slide geometry.</a:t>
            </a:r>
          </a:p>
        </p:txBody>
      </p:sp>
    </p:spTree>
    <p:extLst>
      <p:ext uri="{BB962C8B-B14F-4D97-AF65-F5344CB8AC3E}">
        <p14:creationId xmlns:p14="http://schemas.microsoft.com/office/powerpoint/2010/main" val="265391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HeaderBand"/>
          <p:cNvSpPr/>
          <p:nvPr/>
        </p:nvSpPr>
        <p:spPr>
          <a:xfrm>
            <a:off x="0" y="0"/>
            <a:ext cx="9144000" cy="1656000"/>
          </a:xfrm>
          <a:prstGeom prst="rect">
            <a:avLst/>
          </a:prstGeom>
          <a:solidFill>
            <a:srgbClr val="152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1" name="Title"/>
          <p:cNvSpPr txBox="1"/>
          <p:nvPr/>
        </p:nvSpPr>
        <p:spPr>
          <a:xfrm>
            <a:off x="540000" y="360000"/>
            <a:ext cx="8064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Survoler Presentation</a:t>
            </a:r>
          </a:p>
        </p:txBody>
      </p:sp>
      <p:sp>
        <p:nvSpPr>
          <p:cNvPr id="100002" name="RatioCard"/>
          <p:cNvSpPr/>
          <p:nvPr/>
        </p:nvSpPr>
        <p:spPr>
          <a:xfrm>
            <a:off x="540000" y="2160000"/>
            <a:ext cx="2880000" cy="2700000"/>
          </a:xfrm>
          <a:prstGeom prst="roundRect">
            <a:avLst/>
          </a:prstGeom>
          <a:solidFill>
            <a:srgbClr val="D6A84B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5400" b="1">
                <a:solidFill>
                  <a:srgbClr val="272116"/>
                </a:solidFill>
                <a:latin typeface="Calibri"/>
                <a:ea typeface="Calibri"/>
              </a:rPr>
              <a:t>4:3</a:t>
            </a:r>
          </a:p>
        </p:txBody>
      </p:sp>
      <p:sp>
        <p:nvSpPr>
          <p:cNvPr id="100003" name="Body"/>
          <p:cNvSpPr txBox="1"/>
          <p:nvPr/>
        </p:nvSpPr>
        <p:spPr>
          <a:xfrm>
            <a:off x="3960000" y="2520000"/>
            <a:ext cx="4464000" cy="180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200">
                <a:solidFill>
                  <a:srgbClr val="263533"/>
                </a:solidFill>
                <a:latin typeface="Calibri"/>
                <a:ea typeface="Calibri"/>
              </a:rPr>
              <a:t>The preview must preserve the presentation's standard page size and aspect ratio.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66583-1EBD-90DB-B21C-4F8824E1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HeaderBand">
            <a:extLst>
              <a:ext uri="{FF2B5EF4-FFF2-40B4-BE49-F238E27FC236}">
                <a16:creationId xmlns:a16="http://schemas.microsoft.com/office/drawing/2014/main" id="{5C5C9798-C96E-D4FE-1B19-3A17B6A8F416}"/>
              </a:ext>
            </a:extLst>
          </p:cNvPr>
          <p:cNvSpPr/>
          <p:nvPr/>
        </p:nvSpPr>
        <p:spPr>
          <a:xfrm>
            <a:off x="0" y="0"/>
            <a:ext cx="9144000" cy="1656000"/>
          </a:xfrm>
          <a:prstGeom prst="rect">
            <a:avLst/>
          </a:prstGeom>
          <a:solidFill>
            <a:srgbClr val="152B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1" name="Title">
            <a:extLst>
              <a:ext uri="{FF2B5EF4-FFF2-40B4-BE49-F238E27FC236}">
                <a16:creationId xmlns:a16="http://schemas.microsoft.com/office/drawing/2014/main" id="{C0954FD8-2F80-EAEF-816A-C0A83D4E504D}"/>
              </a:ext>
            </a:extLst>
          </p:cNvPr>
          <p:cNvSpPr txBox="1"/>
          <p:nvPr/>
        </p:nvSpPr>
        <p:spPr>
          <a:xfrm>
            <a:off x="540000" y="360000"/>
            <a:ext cx="8064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 dirty="0" err="1">
                <a:solidFill>
                  <a:srgbClr val="FFFFFF"/>
                </a:solidFill>
                <a:latin typeface="Calibri"/>
                <a:ea typeface="Calibri"/>
              </a:rPr>
              <a:t>Survoler</a:t>
            </a:r>
            <a:r>
              <a:rPr lang="en-US" sz="3600" b="1" dirty="0">
                <a:solidFill>
                  <a:srgbClr val="FFFFFF"/>
                </a:solidFill>
                <a:latin typeface="Calibri"/>
                <a:ea typeface="Calibri"/>
              </a:rPr>
              <a:t> Presentation</a:t>
            </a:r>
          </a:p>
        </p:txBody>
      </p: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9F476BD9-3F69-1A71-B71E-5D32F877D1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4273768"/>
              </p:ext>
            </p:extLst>
          </p:nvPr>
        </p:nvGraphicFramePr>
        <p:xfrm>
          <a:off x="307943" y="178349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笑脸 2">
            <a:extLst>
              <a:ext uri="{FF2B5EF4-FFF2-40B4-BE49-F238E27FC236}">
                <a16:creationId xmlns:a16="http://schemas.microsoft.com/office/drawing/2014/main" id="{087005E2-C38F-1A8A-A863-FC18CC2CEEE5}"/>
              </a:ext>
            </a:extLst>
          </p:cNvPr>
          <p:cNvSpPr/>
          <p:nvPr/>
        </p:nvSpPr>
        <p:spPr>
          <a:xfrm>
            <a:off x="6711885" y="2526384"/>
            <a:ext cx="1772239" cy="1791092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9023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全屏显示(4:3)</PresentationFormat>
  <Paragraphs>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Survoler Presentation Sample</dc:title>
  <dc:creator>Survoler</dc:creator>
  <cp:lastModifiedBy>Abc Dr</cp:lastModifiedBy>
  <cp:revision>1</cp:revision>
  <dcterms:created xsi:type="dcterms:W3CDTF">2026-09-04T16:29:51Z</dcterms:created>
  <dcterms:modified xsi:type="dcterms:W3CDTF">2026-09-04T16:35:53Z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1.0.147</vt:lpwstr>
  </property>
  <property fmtid="{D5CDD505-2E9C-101B-9397-08002B2CF9AE}" pid="3" name="OfficeCLI.LastModified">
    <vt:lpwstr>2026-09-04T16:31:10Z</vt:lpwstr>
  </property>
</Properties>
</file>